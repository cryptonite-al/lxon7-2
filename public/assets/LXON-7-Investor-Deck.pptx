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4572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8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LXON-7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DECK · 01 VISION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02920" y="14173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4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Building the World's Premier </a:t>
            </a:r>
            <a:pPr indent="0" marL="0">
              <a:lnSpc>
                <a:spcPct val="98000"/>
              </a:lnSpc>
              <a:buNone/>
            </a:pPr>
            <a:r>
              <a:rPr lang="en-US" sz="3400" b="1" spc="15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Streaming Platform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502920" y="278892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LXON-7 is a dedicated streaming platform created exclusively for AI-generated entertainment — feature films, television series, documentaries, short films, and original programming.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502920" y="379476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mission: give AI creators a place to showcase their work, and give audiences a destination built for AI entertainment.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0" y="1280160"/>
            <a:ext cx="2651760" cy="2651760"/>
          </a:xfrm>
          <a:prstGeom prst="ellipse">
            <a:avLst/>
          </a:prstGeom>
          <a:ln w="22225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86500" y="1623060"/>
            <a:ext cx="1965960" cy="1965960"/>
          </a:xfrm>
          <a:prstGeom prst="ellipse">
            <a:avLst/>
          </a:prstGeom>
          <a:ln w="22225">
            <a:solidFill>
              <a:srgbClr val="4361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1965960"/>
            <a:ext cx="1280160" cy="1280160"/>
          </a:xfrm>
          <a:prstGeom prst="ellipse">
            <a:avLst/>
          </a:prstGeom>
          <a:ln w="22225">
            <a:solidFill>
              <a:srgbClr val="5CE1E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49440" y="2286000"/>
            <a:ext cx="640080" cy="640080"/>
          </a:xfrm>
          <a:prstGeom prst="ellipse">
            <a:avLst/>
          </a:prstGeom>
          <a:ln w="22225">
            <a:solidFill>
              <a:srgbClr val="F53FA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78040" y="2514600"/>
            <a:ext cx="182880" cy="182880"/>
          </a:xfrm>
          <a:prstGeom prst="ellipse">
            <a:avLst/>
          </a:prstGeom>
          <a:solidFill>
            <a:srgbClr val="5CE1E9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lnSpc>
                <a:spcPct val="98000"/>
              </a:lnSpc>
              <a:buNone/>
            </a:pPr>
            <a:r>
              <a:rPr lang="en-US" sz="3200" b="1" spc="150" kern="0" dirty="0">
                <a:solidFill>
                  <a:srgbClr val="F5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filmmaking is growing fast — but creators face real barriers.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02920" y="2057400"/>
            <a:ext cx="3931920" cy="1143000"/>
          </a:xfrm>
          <a:prstGeom prst="roundRect">
            <a:avLst>
              <a:gd name="adj" fmla="val 7200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58952" y="2350008"/>
            <a:ext cx="237744" cy="237744"/>
          </a:xfrm>
          <a:prstGeom prst="ellipse">
            <a:avLst/>
          </a:prstGeom>
          <a:ln w="22225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2240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dedicated platform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88720" y="256946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leading streaming home built exclusively for AI-generated entertainment.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2057400"/>
            <a:ext cx="3931920" cy="1143000"/>
          </a:xfrm>
          <a:prstGeom prst="roundRect">
            <a:avLst>
              <a:gd name="adj" fmla="val 7200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19472" y="2350008"/>
            <a:ext cx="237744" cy="237744"/>
          </a:xfrm>
          <a:prstGeom prst="ellipse">
            <a:avLst/>
          </a:prstGeom>
          <a:ln w="22225">
            <a:solidFill>
              <a:srgbClr val="436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49240" y="22402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Distribution gap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349240" y="256946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creators struggle to find meaningful, focused distribution.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3931920" cy="1143000"/>
          </a:xfrm>
          <a:prstGeom prst="roundRect">
            <a:avLst>
              <a:gd name="adj" fmla="val 7200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58952" y="3675888"/>
            <a:ext cx="237744" cy="237744"/>
          </a:xfrm>
          <a:prstGeom prst="ellipse">
            <a:avLst/>
          </a:prstGeom>
          <a:ln w="22225">
            <a:solidFill>
              <a:srgbClr val="5CE1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8872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in the crowd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88720" y="38953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 platforms mix every kind of content — discovery is hard.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663440" y="3383280"/>
            <a:ext cx="3931920" cy="1143000"/>
          </a:xfrm>
          <a:prstGeom prst="roundRect">
            <a:avLst>
              <a:gd name="adj" fmla="val 7200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919472" y="3675888"/>
            <a:ext cx="237744" cy="237744"/>
          </a:xfrm>
          <a:prstGeom prst="ellipse">
            <a:avLst/>
          </a:prstGeom>
          <a:ln w="22225">
            <a:solidFill>
              <a:srgbClr val="F5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49240" y="35661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revenue path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349240" y="38953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talented creators lack ways to earn from their work.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Dedicated Home for </a:t>
            </a:r>
            <a:pPr indent="0" marL="0">
              <a:lnSpc>
                <a:spcPct val="98000"/>
              </a:lnSpc>
              <a:buNone/>
            </a:pPr>
            <a:r>
              <a:rPr lang="en-US" sz="3000" b="1" spc="15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Entertainment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creators can do on LXON-7: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093976"/>
            <a:ext cx="182880" cy="182880"/>
          </a:xfrm>
          <a:prstGeom prst="ellipse">
            <a:avLst/>
          </a:prstGeom>
          <a:ln w="22225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057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AI-generated movies and series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660904"/>
            <a:ext cx="182880" cy="182880"/>
          </a:xfrm>
          <a:prstGeom prst="ellipse">
            <a:avLst/>
          </a:prstGeom>
          <a:ln w="22225">
            <a:solidFill>
              <a:srgbClr val="4361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62432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 audiences worldwide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27832"/>
            <a:ext cx="182880" cy="182880"/>
          </a:xfrm>
          <a:prstGeom prst="ellipse">
            <a:avLst/>
          </a:prstGeom>
          <a:ln w="22225">
            <a:solidFill>
              <a:srgbClr val="5CE1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912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royalties based on watch time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182880" cy="182880"/>
          </a:xfrm>
          <a:prstGeom prst="ellipse">
            <a:avLst/>
          </a:prstGeom>
          <a:ln w="22225">
            <a:solidFill>
              <a:srgbClr val="F53F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5818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Retain ownership under our licensing model (unless otherwise agreed)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715000" y="1965960"/>
            <a:ext cx="2926080" cy="2286000"/>
          </a:xfrm>
          <a:prstGeom prst="roundRect">
            <a:avLst>
              <a:gd name="adj" fmla="val 3600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989320" y="22402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5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VIEWERS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2606040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destination focused entirely on high-quality AI entertainment.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· 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New Category, </a:t>
            </a:r>
            <a:pPr indent="0" marL="0">
              <a:lnSpc>
                <a:spcPct val="98000"/>
              </a:lnSpc>
              <a:buNone/>
            </a:pPr>
            <a:r>
              <a:rPr lang="en-US" sz="3000" b="1" spc="15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Wide Open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6002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transforming entertainment. The rise of AI filmmaking, plus the continued expansion of streaming, opens a major opportunity for a platform built exclusively for AI-generated content.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02920" y="3246120"/>
            <a:ext cx="5029200" cy="1051560"/>
          </a:xfrm>
          <a:prstGeom prst="roundRect">
            <a:avLst>
              <a:gd name="adj" fmla="val 7826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3401568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LXON-7 aims to be the premier destination for creators and audiences in this emerging market.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806440" y="1783080"/>
            <a:ext cx="1828800" cy="1828800"/>
          </a:xfrm>
          <a:prstGeom prst="ellipse">
            <a:avLst/>
          </a:prstGeom>
          <a:ln w="22225">
            <a:solidFill>
              <a:srgbClr val="8B5CF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03720" y="1783080"/>
            <a:ext cx="1828800" cy="1828800"/>
          </a:xfrm>
          <a:prstGeom prst="ellipse">
            <a:avLst/>
          </a:prstGeom>
          <a:ln w="22225">
            <a:solidFill>
              <a:srgbClr val="5CE1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0644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903720" y="2514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35508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LXON-7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· 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Diversified </a:t>
            </a:r>
            <a:pPr indent="0" marL="0">
              <a:lnSpc>
                <a:spcPct val="98000"/>
              </a:lnSpc>
              <a:buNone/>
            </a:pPr>
            <a:r>
              <a:rPr lang="en-US" sz="3200" b="1" spc="15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long-term growth and value for creators and investors.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2578608" cy="1188720"/>
          </a:xfrm>
          <a:prstGeom prst="roundRect">
            <a:avLst>
              <a:gd name="adj" fmla="val 6923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231136"/>
            <a:ext cx="457200" cy="457200"/>
          </a:xfrm>
          <a:prstGeom prst="ellipse">
            <a:avLst/>
          </a:prstGeom>
          <a:ln w="25400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2761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Subscriptions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64408" y="2011680"/>
            <a:ext cx="2578608" cy="1188720"/>
          </a:xfrm>
          <a:prstGeom prst="roundRect">
            <a:avLst>
              <a:gd name="adj" fmla="val 6923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93008" y="2231136"/>
            <a:ext cx="457200" cy="457200"/>
          </a:xfrm>
          <a:prstGeom prst="ellipse">
            <a:avLst/>
          </a:prstGeom>
          <a:ln w="25400">
            <a:solidFill>
              <a:srgbClr val="4361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93008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361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93008" y="2761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Advertising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025896" y="2011680"/>
            <a:ext cx="2578608" cy="1188720"/>
          </a:xfrm>
          <a:prstGeom prst="roundRect">
            <a:avLst>
              <a:gd name="adj" fmla="val 6923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54496" y="2231136"/>
            <a:ext cx="457200" cy="457200"/>
          </a:xfrm>
          <a:prstGeom prst="ellipse">
            <a:avLst/>
          </a:prstGeom>
          <a:ln w="25400">
            <a:solidFill>
              <a:srgbClr val="5CE1E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54496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254496" y="27614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Premium rentals &amp; purchases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02920" y="3383280"/>
            <a:ext cx="2578608" cy="1188720"/>
          </a:xfrm>
          <a:prstGeom prst="roundRect">
            <a:avLst>
              <a:gd name="adj" fmla="val 6923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3602736"/>
            <a:ext cx="457200" cy="457200"/>
          </a:xfrm>
          <a:prstGeom prst="ellipse">
            <a:avLst/>
          </a:prstGeom>
          <a:ln w="25400">
            <a:solidFill>
              <a:srgbClr val="F53FA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31520" y="41330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Licensing agreements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3264408" y="3383280"/>
            <a:ext cx="2578608" cy="1188720"/>
          </a:xfrm>
          <a:prstGeom prst="roundRect">
            <a:avLst>
              <a:gd name="adj" fmla="val 6923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493008" y="3602736"/>
            <a:ext cx="457200" cy="457200"/>
          </a:xfrm>
          <a:prstGeom prst="ellipse">
            <a:avLst/>
          </a:prstGeom>
          <a:ln w="25400">
            <a:solidFill>
              <a:srgbClr val="8B5CF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93008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493008" y="41330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Brand sponsorships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025896" y="3383280"/>
            <a:ext cx="2578608" cy="1188720"/>
          </a:xfrm>
          <a:prstGeom prst="roundRect">
            <a:avLst>
              <a:gd name="adj" fmla="val 6923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54496" y="3602736"/>
            <a:ext cx="457200" cy="457200"/>
          </a:xfrm>
          <a:prstGeom prst="ellipse">
            <a:avLst/>
          </a:prstGeom>
          <a:ln w="25400">
            <a:solidFill>
              <a:srgbClr val="5CE1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36027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254496" y="413308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partnerships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· CREATOR PROGRAM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</a:t>
            </a:r>
            <a:pPr indent="0" marL="0">
              <a:lnSpc>
                <a:spcPct val="98000"/>
              </a:lnSpc>
              <a:buNone/>
            </a:pPr>
            <a:r>
              <a:rPr lang="en-US" sz="3200" b="1" spc="150" kern="0" dirty="0">
                <a:solidFill>
                  <a:srgbClr val="F5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Creator-First</a:t>
            </a:r>
            <a:pPr indent="0" marL="0">
              <a:lnSpc>
                <a:spcPct val="98000"/>
              </a:lnSpc>
              <a:buNone/>
            </a:pPr>
            <a:r>
              <a:rPr lang="en-US" sz="32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Approach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73352"/>
            <a:ext cx="201168" cy="201168"/>
          </a:xfrm>
          <a:prstGeom prst="ellipse">
            <a:avLst/>
          </a:prstGeom>
          <a:ln w="22225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6002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Worldwide distribution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work reaches a global audience from day one.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331720"/>
            <a:ext cx="201168" cy="201168"/>
          </a:xfrm>
          <a:prstGeom prst="ellipse">
            <a:avLst/>
          </a:prstGeom>
          <a:ln w="22225">
            <a:solidFill>
              <a:srgbClr val="436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258568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Performance-based royalties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from real watch time, transparently.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90088"/>
            <a:ext cx="201168" cy="201168"/>
          </a:xfrm>
          <a:prstGeom prst="ellipse">
            <a:avLst/>
          </a:prstGeom>
          <a:ln w="22225">
            <a:solidFill>
              <a:srgbClr val="5CE1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916936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keep ownership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Rights retained under licensing, unless otherwise negotiated.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648456"/>
            <a:ext cx="201168" cy="201168"/>
          </a:xfrm>
          <a:prstGeom prst="ellipse">
            <a:avLst/>
          </a:prstGeom>
          <a:ln w="22225">
            <a:solidFill>
              <a:srgbClr val="F53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3575304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Growing exposure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to an audience that values AI cinema.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306824"/>
            <a:ext cx="201168" cy="201168"/>
          </a:xfrm>
          <a:prstGeom prst="ellipse">
            <a:avLst/>
          </a:prstGeom>
          <a:ln w="22225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233672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Long-term partnership  </a:t>
            </a:r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with LXON-7 as the platform scales.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· WHY LXON-7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</a:t>
            </a:r>
            <a:pPr indent="0" marL="0">
              <a:lnSpc>
                <a:spcPct val="98000"/>
              </a:lnSpc>
              <a:buNone/>
            </a:pPr>
            <a:r>
              <a:rPr lang="en-US" sz="3200" b="1" spc="15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691640"/>
            <a:ext cx="3931920" cy="713232"/>
          </a:xfrm>
          <a:prstGeom prst="roundRect">
            <a:avLst>
              <a:gd name="adj" fmla="val 11538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947672"/>
            <a:ext cx="219456" cy="219456"/>
          </a:xfrm>
          <a:prstGeom prst="ellipse">
            <a:avLst/>
          </a:prstGeom>
          <a:ln w="22225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1288" y="169164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exclusively to AI entertainment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663440" y="1691640"/>
            <a:ext cx="3931920" cy="713232"/>
          </a:xfrm>
          <a:prstGeom prst="roundRect">
            <a:avLst>
              <a:gd name="adj" fmla="val 11538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919472" y="1947672"/>
            <a:ext cx="219456" cy="219456"/>
          </a:xfrm>
          <a:prstGeom prst="ellipse">
            <a:avLst/>
          </a:prstGeom>
          <a:ln w="22225">
            <a:solidFill>
              <a:srgbClr val="4361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21808" y="169164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Creator-focused royalty model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02920" y="2560320"/>
            <a:ext cx="3931920" cy="713232"/>
          </a:xfrm>
          <a:prstGeom prst="roundRect">
            <a:avLst>
              <a:gd name="adj" fmla="val 11538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58952" y="2816352"/>
            <a:ext cx="219456" cy="219456"/>
          </a:xfrm>
          <a:prstGeom prst="ellipse">
            <a:avLst/>
          </a:prstGeom>
          <a:ln w="22225">
            <a:solidFill>
              <a:srgbClr val="5CE1E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61288" y="256032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Curated AI film library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663440" y="2560320"/>
            <a:ext cx="3931920" cy="713232"/>
          </a:xfrm>
          <a:prstGeom prst="roundRect">
            <a:avLst>
              <a:gd name="adj" fmla="val 11538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919472" y="2816352"/>
            <a:ext cx="219456" cy="219456"/>
          </a:xfrm>
          <a:prstGeom prst="ellipse">
            <a:avLst/>
          </a:prstGeom>
          <a:ln w="22225">
            <a:solidFill>
              <a:srgbClr val="F53F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21808" y="2560320"/>
            <a:ext cx="31546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Early-mover in a fast-growing category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3429000"/>
            <a:ext cx="8092440" cy="713232"/>
          </a:xfrm>
          <a:prstGeom prst="roundRect">
            <a:avLst>
              <a:gd name="adj" fmla="val 11538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58952" y="3685032"/>
            <a:ext cx="219456" cy="219456"/>
          </a:xfrm>
          <a:prstGeom prst="ellipse">
            <a:avLst/>
          </a:prstGeom>
          <a:ln w="22225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61288" y="3429000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for AI filmmakers and AI audiences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· GROWTH STRATEGY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</a:t>
            </a:r>
            <a:pPr indent="0" marL="0">
              <a:lnSpc>
                <a:spcPct val="98000"/>
              </a:lnSpc>
              <a:buNone/>
            </a:pPr>
            <a:r>
              <a:rPr lang="en-US" sz="3200" b="1" spc="15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21208" y="1609344"/>
            <a:ext cx="182880" cy="182880"/>
          </a:xfrm>
          <a:prstGeom prst="ellipse">
            <a:avLst/>
          </a:prstGeom>
          <a:ln w="22225">
            <a:solidFill>
              <a:srgbClr val="8B5C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86968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AI filmmakers worldwide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4681728" y="1609344"/>
            <a:ext cx="182880" cy="182880"/>
          </a:xfrm>
          <a:prstGeom prst="ellipse">
            <a:avLst/>
          </a:prstGeom>
          <a:ln w="22225">
            <a:solidFill>
              <a:srgbClr val="4361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47488" y="1554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creator partnerships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21208" y="2176272"/>
            <a:ext cx="182880" cy="182880"/>
          </a:xfrm>
          <a:prstGeom prst="ellipse">
            <a:avLst/>
          </a:prstGeom>
          <a:ln w="22225">
            <a:solidFill>
              <a:srgbClr val="5CE1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2121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media marketing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81728" y="2176272"/>
            <a:ext cx="182880" cy="182880"/>
          </a:xfrm>
          <a:prstGeom prst="ellipse">
            <a:avLst/>
          </a:prstGeom>
          <a:ln w="22225">
            <a:solidFill>
              <a:srgbClr val="F53FA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47488" y="212140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Film festival participation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21208" y="2743200"/>
            <a:ext cx="182880" cy="182880"/>
          </a:xfrm>
          <a:prstGeom prst="ellipse">
            <a:avLst/>
          </a:prstGeom>
          <a:ln w="22225">
            <a:solidFill>
              <a:srgbClr val="8B5CF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26883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Influencer collaborations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681728" y="2743200"/>
            <a:ext cx="182880" cy="182880"/>
          </a:xfrm>
          <a:prstGeom prst="ellipse">
            <a:avLst/>
          </a:prstGeom>
          <a:ln w="22225">
            <a:solidFill>
              <a:srgbClr val="4361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47488" y="26883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Referral &amp; ambassador programs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21208" y="3310128"/>
            <a:ext cx="182880" cy="182880"/>
          </a:xfrm>
          <a:prstGeom prst="ellipse">
            <a:avLst/>
          </a:prstGeom>
          <a:ln w="22225">
            <a:solidFill>
              <a:srgbClr val="5CE1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86968" y="325526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Exclusive original content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· FINANCIAL VISION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0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Investment </a:t>
            </a:r>
            <a:pPr indent="0" marL="0">
              <a:lnSpc>
                <a:spcPct val="98000"/>
              </a:lnSpc>
              <a:buNone/>
            </a:pPr>
            <a:r>
              <a:rPr lang="en-US" sz="3000" b="1" spc="15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463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accelerates growth by funding: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1965960"/>
            <a:ext cx="2578608" cy="841248"/>
          </a:xfrm>
          <a:prstGeom prst="roundRect">
            <a:avLst>
              <a:gd name="adj" fmla="val 9783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22376" y="2258568"/>
            <a:ext cx="237744" cy="237744"/>
          </a:xfrm>
          <a:prstGeom prst="ellipse">
            <a:avLst/>
          </a:prstGeom>
          <a:ln w="22225">
            <a:solidFill>
              <a:srgbClr val="8B5CF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965960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development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64408" y="1965960"/>
            <a:ext cx="2578608" cy="841248"/>
          </a:xfrm>
          <a:prstGeom prst="roundRect">
            <a:avLst>
              <a:gd name="adj" fmla="val 9783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483864" y="2258568"/>
            <a:ext cx="237744" cy="237744"/>
          </a:xfrm>
          <a:prstGeom prst="ellipse">
            <a:avLst/>
          </a:prstGeom>
          <a:ln w="22225">
            <a:solidFill>
              <a:srgbClr val="4361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965960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acquisition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025896" y="1965960"/>
            <a:ext cx="2578608" cy="841248"/>
          </a:xfrm>
          <a:prstGeom prst="roundRect">
            <a:avLst>
              <a:gd name="adj" fmla="val 9783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45352" y="2258568"/>
            <a:ext cx="237744" cy="237744"/>
          </a:xfrm>
          <a:prstGeom prst="ellipse">
            <a:avLst/>
          </a:prstGeom>
          <a:ln w="22225">
            <a:solidFill>
              <a:srgbClr val="5CE1E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47688" y="1965960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Marketing &amp; acquisition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02920" y="2971800"/>
            <a:ext cx="2578608" cy="841248"/>
          </a:xfrm>
          <a:prstGeom prst="roundRect">
            <a:avLst>
              <a:gd name="adj" fmla="val 9783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22376" y="3264408"/>
            <a:ext cx="237744" cy="237744"/>
          </a:xfrm>
          <a:prstGeom prst="ellipse">
            <a:avLst/>
          </a:prstGeom>
          <a:ln w="22225">
            <a:solidFill>
              <a:srgbClr val="F53F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4712" y="2971800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Creator partnerships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64408" y="2971800"/>
            <a:ext cx="2578608" cy="841248"/>
          </a:xfrm>
          <a:prstGeom prst="roundRect">
            <a:avLst>
              <a:gd name="adj" fmla="val 9783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483864" y="3264408"/>
            <a:ext cx="237744" cy="237744"/>
          </a:xfrm>
          <a:prstGeom prst="ellipse">
            <a:avLst/>
          </a:prstGeom>
          <a:ln w="22225">
            <a:solidFill>
              <a:srgbClr val="8B5CF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86200" y="2971800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Staffing &amp; operations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25896" y="2971800"/>
            <a:ext cx="2578608" cy="841248"/>
          </a:xfrm>
          <a:prstGeom prst="roundRect">
            <a:avLst>
              <a:gd name="adj" fmla="val 9783"/>
            </a:avLst>
          </a:prstGeom>
          <a:solidFill>
            <a:srgbClr val="150D2C">
              <a:alpha val="88000"/>
            </a:srgbClr>
          </a:solidFill>
          <a:ln w="12700">
            <a:solidFill>
              <a:srgbClr val="8B5CF6">
                <a:alpha val="45000"/>
              </a:srgbClr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3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45352" y="3264408"/>
            <a:ext cx="237744" cy="237744"/>
          </a:xfrm>
          <a:prstGeom prst="ellipse">
            <a:avLst/>
          </a:prstGeom>
          <a:ln w="22225">
            <a:solidFill>
              <a:srgbClr val="5CE1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47688" y="2971800"/>
            <a:ext cx="18745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infrastructure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0292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Objective: a scalable platform serving a global audience.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·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</a:t>
            </a:r>
            <a:pPr indent="0" marL="0">
              <a:lnSpc>
                <a:spcPct val="98000"/>
              </a:lnSpc>
              <a:buNone/>
            </a:pPr>
            <a:r>
              <a:rPr lang="en-US" sz="3200" b="1" spc="150" kern="0" dirty="0">
                <a:solidFill>
                  <a:srgbClr val="F5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 Ahead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325880" y="2011680"/>
            <a:ext cx="6492240" cy="0"/>
          </a:xfrm>
          <a:prstGeom prst="line">
            <a:avLst/>
          </a:prstGeom>
          <a:noFill/>
          <a:ln w="19050">
            <a:solidFill>
              <a:srgbClr val="8B5CF6">
                <a:alpha val="60000"/>
              </a:srgbClr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08760" y="1783080"/>
            <a:ext cx="457200" cy="457200"/>
          </a:xfrm>
          <a:prstGeom prst="ellipse">
            <a:avLst/>
          </a:prstGeom>
          <a:ln w="254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0876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0080" y="3200400"/>
            <a:ext cx="146304" cy="146304"/>
          </a:xfrm>
          <a:prstGeom prst="ellipse">
            <a:avLst/>
          </a:prstGeom>
          <a:ln w="22225">
            <a:solidFill>
              <a:srgbClr val="8B5CF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86968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the LXON-7 platform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146304" cy="146304"/>
          </a:xfrm>
          <a:prstGeom prst="ellipse">
            <a:avLst/>
          </a:prstGeom>
          <a:ln w="22225">
            <a:solidFill>
              <a:srgbClr val="8B5CF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6968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Recruit founding creators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146304" cy="146304"/>
          </a:xfrm>
          <a:prstGeom prst="ellipse">
            <a:avLst/>
          </a:prstGeom>
          <a:ln w="22225">
            <a:solidFill>
              <a:srgbClr val="8B5C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initial content library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70248" y="1783080"/>
            <a:ext cx="457200" cy="457200"/>
          </a:xfrm>
          <a:prstGeom prst="ellipse">
            <a:avLst/>
          </a:prstGeom>
          <a:ln w="25400">
            <a:solidFill>
              <a:srgbClr val="5CE1E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70248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264408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64408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401568" y="3200400"/>
            <a:ext cx="146304" cy="146304"/>
          </a:xfrm>
          <a:prstGeom prst="ellipse">
            <a:avLst/>
          </a:prstGeom>
          <a:ln w="22225">
            <a:solidFill>
              <a:srgbClr val="5CE1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48456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 the subscriber base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401568" y="3703320"/>
            <a:ext cx="146304" cy="146304"/>
          </a:xfrm>
          <a:prstGeom prst="ellipse">
            <a:avLst/>
          </a:prstGeom>
          <a:ln w="22225">
            <a:solidFill>
              <a:srgbClr val="5CE1E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48456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 exclusive originals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401568" y="4206240"/>
            <a:ext cx="146304" cy="146304"/>
          </a:xfrm>
          <a:prstGeom prst="ellipse">
            <a:avLst/>
          </a:prstGeom>
          <a:ln w="22225">
            <a:solidFill>
              <a:srgbClr val="5CE1E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8456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mobile apps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7031736" y="1783080"/>
            <a:ext cx="457200" cy="457200"/>
          </a:xfrm>
          <a:prstGeom prst="ellipse">
            <a:avLst/>
          </a:prstGeom>
          <a:ln w="25400">
            <a:solidFill>
              <a:srgbClr val="F53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3173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025896" y="23774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53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25896" y="2651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163056" y="3200400"/>
            <a:ext cx="146304" cy="146304"/>
          </a:xfrm>
          <a:prstGeom prst="ellipse">
            <a:avLst/>
          </a:prstGeom>
          <a:ln w="22225">
            <a:solidFill>
              <a:srgbClr val="F53FA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9944" y="31546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International expansion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163056" y="3703320"/>
            <a:ext cx="146304" cy="146304"/>
          </a:xfrm>
          <a:prstGeom prst="ellipse">
            <a:avLst/>
          </a:prstGeom>
          <a:ln w="22225">
            <a:solidFill>
              <a:srgbClr val="F53FA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9944" y="365760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Strategic distribution deals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163056" y="4206240"/>
            <a:ext cx="146304" cy="146304"/>
          </a:xfrm>
          <a:prstGeom prst="ellipse">
            <a:avLst/>
          </a:prstGeom>
          <a:ln w="22225">
            <a:solidFill>
              <a:srgbClr val="F53FA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9944" y="41605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Become the leading AI-entertainment destination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· LEADERSHIP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77240" y="1965960"/>
            <a:ext cx="1828800" cy="1828800"/>
          </a:xfrm>
          <a:prstGeom prst="ellipse">
            <a:avLst/>
          </a:prstGeom>
          <a:ln w="22225">
            <a:solidFill>
              <a:srgbClr val="8B5C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60120" y="2148840"/>
            <a:ext cx="1463040" cy="1463040"/>
          </a:xfrm>
          <a:prstGeom prst="ellipse">
            <a:avLst/>
          </a:prstGeom>
          <a:ln w="22225">
            <a:solidFill>
              <a:srgbClr val="5CE1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65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KJ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3108960" y="19659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King'Juma Malik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108960" y="24505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&amp; CEO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108960" y="288036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King'Juma founded LXON-7 to build the world's first premier destination for AI-generated entertainment — empowering creators, building a thriving AI film ecosystem, and redefining digital storytelling.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9601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· INVESTMENT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137160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200" b="1" spc="15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Join us in shaping the </a:t>
            </a:r>
            <a:pPr indent="0" marL="0">
              <a:lnSpc>
                <a:spcPct val="98000"/>
              </a:lnSpc>
              <a:buNone/>
            </a:pPr>
            <a:r>
              <a:rPr lang="en-US" sz="3200" b="1" spc="15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of entertainment.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274320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LXON-7 is seeking strategic investment to accelerate platform development, creator acquisition, marketing, and expansion.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502920" y="35204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A9A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Together, we can build the world's leading streaming platform dedicated exclusively to AI entertainment.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43434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5CE1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lxon-7.com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LXON-7 Investor Deck</dc:title>
  <dc:subject>PptxGenJS Presentation</dc:subject>
  <dc:creator>LXON-7</dc:creator>
  <cp:lastModifiedBy>LXON-7</cp:lastModifiedBy>
  <cp:revision>1</cp:revision>
  <dcterms:created xsi:type="dcterms:W3CDTF">2026-07-03T23:33:34Z</dcterms:created>
  <dcterms:modified xsi:type="dcterms:W3CDTF">2026-07-03T23:33:34Z</dcterms:modified>
</cp:coreProperties>
</file>